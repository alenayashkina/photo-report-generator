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Snow Removal</a:t>
            </a:r>
            <a:br/>
            <a:r>
              <a:t>Contractor: Example Contractor</a:t>
            </a:r>
            <a:br/>
            <a:r>
              <a:t>Client: Example Client</a:t>
            </a:r>
            <a:br/>
            <a:r>
              <a:t>Agreement #111-11-11 dated 01.11.2024</a:t>
            </a:r>
            <a:br/>
            <a:r>
              <a:t>Structure type F6</a:t>
            </a:r>
            <a:br/>
            <a:r>
              <a:t>Construction count: 2 pcs.</a:t>
            </a:r>
            <a:br/>
            <a:br/>
            <a:r>
              <a:t>Installation address: Sample District, Example Street 137A, pedestrian area</a:t>
            </a:r>
            <a:br/>
            <a:r>
              <a:t>Reporting period: 01.12.2024-31.12.2024</a:t>
            </a:r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07.12.2024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3.2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07.12.2024</a:t>
            </a:r>
            <a:br/>
            <a:r>
              <a:t>Construction 1</a:t>
            </a:r>
            <a:br/>
            <a:r>
              <a:t>Snow cleared</a:t>
            </a:r>
          </a:p>
        </p:txBody>
      </p:sp>
      <p:pic>
        <p:nvPicPr>
          <p:cNvPr id="3" name="Picture 2" descr="2025-10-31 10.04.46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0.11.34-1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07.12.2024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2.4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07.12.2024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8.28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07.12.2024</a:t>
            </a:r>
            <a:br/>
            <a:r>
              <a:t>Construction 2</a:t>
            </a:r>
            <a:br/>
            <a:r>
              <a:t>Snow cleared</a:t>
            </a:r>
          </a:p>
        </p:txBody>
      </p:sp>
      <p:pic>
        <p:nvPicPr>
          <p:cNvPr id="3" name="Picture 2" descr="2025-10-31 10.05.2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07.12.2024</a:t>
            </a:r>
            <a:br/>
            <a:r>
              <a:t>Construction 2</a:t>
            </a:r>
            <a:br/>
            <a:r>
              <a:t>Snow cleared</a:t>
            </a:r>
          </a:p>
        </p:txBody>
      </p:sp>
      <p:pic>
        <p:nvPicPr>
          <p:cNvPr id="3" name="Picture 2" descr="2025-10-31 18.19.0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07.12.2024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7.2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07.12.2024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  <p:pic>
        <p:nvPicPr>
          <p:cNvPr id="3" name="Picture 2" descr="2025-10-29 19.03.0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07.12.2024</a:t>
            </a:r>
            <a:br/>
            <a:r>
              <a:t>Construction 3</a:t>
            </a:r>
            <a:br/>
            <a:r>
              <a:t>Snow cleared</a:t>
            </a:r>
          </a:p>
        </p:txBody>
      </p:sp>
      <p:pic>
        <p:nvPicPr>
          <p:cNvPr id="3" name="Picture 2" descr="2025-10-31 10.02.4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4.07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07.12.2024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2.47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09.12.2024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2.4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09.12.2024</a:t>
            </a:r>
            <a:br/>
            <a:r>
              <a:t>Construction 1</a:t>
            </a:r>
            <a:br/>
            <a:r>
              <a:t>Snow cleared</a:t>
            </a:r>
          </a:p>
        </p:txBody>
      </p:sp>
      <p:pic>
        <p:nvPicPr>
          <p:cNvPr id="3" name="Picture 2" descr="2025-10-31 10.05.2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0.11.40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09.12.2024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2.5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09.12.2024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8.5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09.12.2024</a:t>
            </a:r>
            <a:br/>
            <a:r>
              <a:t>Construction 2</a:t>
            </a:r>
            <a:br/>
            <a:r>
              <a:t>Snow cleared</a:t>
            </a:r>
          </a:p>
        </p:txBody>
      </p:sp>
      <p:pic>
        <p:nvPicPr>
          <p:cNvPr id="3" name="Picture 2" descr="2025-10-31 18.18.39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8.18.50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09.12.2024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6.1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09.12.2024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  <p:pic>
        <p:nvPicPr>
          <p:cNvPr id="3" name="Picture 2" descr="2025-10-29 19.01.3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09.12.2024</a:t>
            </a:r>
            <a:br/>
            <a:r>
              <a:t>Construction 3</a:t>
            </a:r>
            <a:br/>
            <a:r>
              <a:t>Snow cleared</a:t>
            </a:r>
          </a:p>
        </p:txBody>
      </p:sp>
      <p:pic>
        <p:nvPicPr>
          <p:cNvPr id="3" name="Picture 2" descr="2025-10-31 10.02.4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4.28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09.12.2024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1.4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15.12.2024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4.0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15.12.2024</a:t>
            </a:r>
            <a:br/>
            <a:r>
              <a:t>Construction 1</a:t>
            </a:r>
            <a:br/>
            <a:r>
              <a:t>Snow cleared</a:t>
            </a:r>
          </a:p>
        </p:txBody>
      </p:sp>
      <p:pic>
        <p:nvPicPr>
          <p:cNvPr id="3" name="Picture 2" descr="2025-10-31 10.03.45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3.51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15.12.2024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4.01_copy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15.12.2024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8.5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15.12.2024</a:t>
            </a:r>
            <a:br/>
            <a:r>
              <a:t>Construction 2</a:t>
            </a:r>
            <a:br/>
            <a:r>
              <a:t>Snow cleared</a:t>
            </a:r>
          </a:p>
        </p:txBody>
      </p:sp>
      <p:pic>
        <p:nvPicPr>
          <p:cNvPr id="3" name="Picture 2" descr="2025-10-31 10.04.25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8.18.43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15.12.2024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8.2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15.12.2024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  <p:pic>
        <p:nvPicPr>
          <p:cNvPr id="3" name="Picture 2" descr="2025-10-29 19.01.5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15.12.2024</a:t>
            </a:r>
            <a:br/>
            <a:r>
              <a:t>Construction 3</a:t>
            </a:r>
            <a:br/>
            <a:r>
              <a:t>Snow cleared</a:t>
            </a:r>
          </a:p>
        </p:txBody>
      </p:sp>
      <p:pic>
        <p:nvPicPr>
          <p:cNvPr id="3" name="Picture 2" descr="2025-10-31 10.04.06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4.51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15.12.2024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3.0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19.12.2024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4.4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19.12.2024</a:t>
            </a:r>
            <a:br/>
            <a:r>
              <a:t>Construction 1</a:t>
            </a:r>
            <a:br/>
            <a:r>
              <a:t>Snow cleared</a:t>
            </a:r>
          </a:p>
        </p:txBody>
      </p:sp>
      <p:pic>
        <p:nvPicPr>
          <p:cNvPr id="3" name="Picture 2" descr="2025-10-31 10.11.15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8.18.44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19.12.2024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3.3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19.12.2024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7.5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19.12.2024</a:t>
            </a:r>
            <a:br/>
            <a:r>
              <a:t>Construction 2</a:t>
            </a:r>
            <a:br/>
            <a:r>
              <a:t>Snow cleared</a:t>
            </a:r>
          </a:p>
        </p:txBody>
      </p:sp>
      <p:pic>
        <p:nvPicPr>
          <p:cNvPr id="3" name="Picture 2" descr="2025-10-31 10.04.49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0.11.32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19.12.2024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6.06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19.12.2024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  <p:pic>
        <p:nvPicPr>
          <p:cNvPr id="3" name="Picture 2" descr="2025-10-29 19.03.06-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19.12.2024</a:t>
            </a:r>
            <a:br/>
            <a:r>
              <a:t>Construction 3</a:t>
            </a:r>
            <a:br/>
            <a:r>
              <a:t>Snow cleared</a:t>
            </a:r>
          </a:p>
        </p:txBody>
      </p:sp>
      <p:pic>
        <p:nvPicPr>
          <p:cNvPr id="3" name="Picture 2" descr="2025-10-31 10.04.1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5.03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19.12.2024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2.2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25.12.2024</a:t>
            </a:r>
            <a:br/>
            <a:r>
              <a:t>Construction 1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1.5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25.12.2024</a:t>
            </a:r>
            <a:br/>
            <a:r>
              <a:t>Construction 1</a:t>
            </a:r>
            <a:br/>
            <a:r>
              <a:t>Snow cleared</a:t>
            </a:r>
          </a:p>
        </p:txBody>
      </p:sp>
      <p:pic>
        <p:nvPicPr>
          <p:cNvPr id="3" name="Picture 2" descr="2025-10-31 10.04.0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8.18.47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25.12.2024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3.2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25.12.2024</a:t>
            </a:r>
            <a:br/>
            <a:r>
              <a:t>Construction 2</a:t>
            </a:r>
            <a:br/>
            <a:r>
              <a:t>Snow removal required</a:t>
            </a:r>
          </a:p>
        </p:txBody>
      </p:sp>
      <p:pic>
        <p:nvPicPr>
          <p:cNvPr id="3" name="Picture 2" descr="2025-10-29 18.58.2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25.12.2024</a:t>
            </a:r>
            <a:br/>
            <a:r>
              <a:t>Construction 2</a:t>
            </a:r>
            <a:br/>
            <a:r>
              <a:t>Snow cleared</a:t>
            </a:r>
          </a:p>
        </p:txBody>
      </p:sp>
      <p:pic>
        <p:nvPicPr>
          <p:cNvPr id="3" name="Picture 2" descr="2025-10-31 10.04.14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4.18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25.12.2024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8.00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25.12.2024</a:t>
            </a:r>
            <a:br/>
            <a:r>
              <a:t>Construction 3</a:t>
            </a:r>
            <a:br/>
            <a:r>
              <a:t>Snow removal required</a:t>
            </a:r>
          </a:p>
        </p:txBody>
      </p:sp>
      <p:pic>
        <p:nvPicPr>
          <p:cNvPr id="3" name="Picture 2" descr="2025-10-29 19.01.35-1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25.12.2024</a:t>
            </a:r>
            <a:br/>
            <a:r>
              <a:t>Construction 3</a:t>
            </a:r>
            <a:br/>
            <a:r>
              <a:t>Snow cleared</a:t>
            </a:r>
          </a:p>
        </p:txBody>
      </p:sp>
      <p:pic>
        <p:nvPicPr>
          <p:cNvPr id="3" name="Picture 2" descr="2025-10-31 10.04.37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0.11.57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25.12.2024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2.27-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386</Words>
  <Application>Microsoft Office PowerPoint</Application>
  <PresentationFormat>Custom</PresentationFormat>
  <Paragraphs>47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Алёна Яшкина</cp:lastModifiedBy>
  <cp:revision>3</cp:revision>
  <dcterms:created xsi:type="dcterms:W3CDTF">2013-01-27T09:14:16Z</dcterms:created>
  <dcterms:modified xsi:type="dcterms:W3CDTF">2025-11-05T07:29:33Z</dcterms:modified>
  <cp:category/>
</cp:coreProperties>
</file>