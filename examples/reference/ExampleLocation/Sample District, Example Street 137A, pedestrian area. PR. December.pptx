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Partical Repair</a:t>
            </a:r>
            <a:br/>
            <a:r>
              <a:t>Contractor: Example Contractor</a:t>
            </a:r>
            <a:br/>
            <a:r>
              <a:t>Client: Example Client</a:t>
            </a:r>
            <a:br/>
            <a:r>
              <a:t>Agreement #111-11-11 dated 01.11.2024</a:t>
            </a:r>
            <a:br/>
            <a:r>
              <a:t>Structure type F6</a:t>
            </a:r>
            <a:br/>
            <a:r>
              <a:t>Construction count: 2 pcs.</a:t>
            </a:r>
            <a:br/>
            <a:br/>
            <a:r>
              <a:t>Installation address: Sample District, Example Street 137A, pedestrian area</a:t>
            </a:r>
            <a:br/>
            <a:r>
              <a:t>Reporting period: 01.12.2024-31.12.2024</a:t>
            </a:r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10.12.2024</a:t>
            </a:r>
            <a:br/>
            <a:r>
              <a:t>Construction 1</a:t>
            </a:r>
            <a:br/>
            <a:r>
              <a:t>Issue detected. Partical repair required</a:t>
            </a:r>
          </a:p>
        </p:txBody>
      </p:sp>
      <p:pic>
        <p:nvPicPr>
          <p:cNvPr id="3" name="Picture 2" descr="2025-10-29 18.52.3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10.12.2024</a:t>
            </a:r>
            <a:br/>
            <a:r>
              <a:t>Construction 1</a:t>
            </a:r>
            <a:br/>
            <a:r>
              <a:t>Partial repair completed</a:t>
            </a:r>
          </a:p>
        </p:txBody>
      </p:sp>
      <p:pic>
        <p:nvPicPr>
          <p:cNvPr id="3" name="Picture 2" descr="2025-10-31 10.03.0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3.4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10.12.2024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4.0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14.12.2024</a:t>
            </a:r>
            <a:br/>
            <a:r>
              <a:t>Construction 3</a:t>
            </a:r>
            <a:br/>
            <a:r>
              <a:t>Issue detected. Partical repair required</a:t>
            </a:r>
          </a:p>
        </p:txBody>
      </p:sp>
      <p:pic>
        <p:nvPicPr>
          <p:cNvPr id="3" name="Picture 2" descr="2025-10-29 19.02.34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14.12.2024</a:t>
            </a:r>
            <a:br/>
            <a:r>
              <a:t>Construction 3</a:t>
            </a:r>
            <a:br/>
            <a:r>
              <a:t>Partial repair completed</a:t>
            </a:r>
          </a:p>
        </p:txBody>
      </p:sp>
      <p:pic>
        <p:nvPicPr>
          <p:cNvPr id="3" name="Picture 2" descr="2025-10-31 10.11.4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11.50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14.12.2024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1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21.12.2024</a:t>
            </a:r>
            <a:br/>
            <a:r>
              <a:t>Construction 2</a:t>
            </a:r>
            <a:br/>
            <a:r>
              <a:t>Issue detected. Partical repair required</a:t>
            </a:r>
          </a:p>
        </p:txBody>
      </p:sp>
      <p:pic>
        <p:nvPicPr>
          <p:cNvPr id="3" name="Picture 2" descr="2025-10-29 18.58.4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21.12.2024</a:t>
            </a:r>
            <a:br/>
            <a:r>
              <a:t>Construction 2</a:t>
            </a:r>
            <a:br/>
            <a:r>
              <a:t>Partial repair completed</a:t>
            </a:r>
          </a:p>
        </p:txBody>
      </p:sp>
      <p:pic>
        <p:nvPicPr>
          <p:cNvPr id="3" name="Picture 2" descr="2025-10-31 10.02.5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52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21.12.2024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6.2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</Words>
  <Application>Microsoft Office PowerPoint</Application>
  <PresentationFormat>Custom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Алёна Яшкина</cp:lastModifiedBy>
  <cp:revision>2</cp:revision>
  <dcterms:created xsi:type="dcterms:W3CDTF">2013-01-27T09:14:16Z</dcterms:created>
  <dcterms:modified xsi:type="dcterms:W3CDTF">2025-11-05T07:28:56Z</dcterms:modified>
  <cp:category/>
</cp:coreProperties>
</file>