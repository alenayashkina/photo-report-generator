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Surface Polishing</a:t>
            </a:r>
            <a:br/>
            <a:r>
              <a:t>Contractor: Example Contractor</a:t>
            </a:r>
            <a:br/>
            <a:r>
              <a:t>Client: Example Client</a:t>
            </a:r>
            <a:br/>
            <a:r>
              <a:t>Agreement #111-11-11 dated 01.11.2024</a:t>
            </a:r>
            <a:br/>
            <a:r>
              <a:t>Structure type F6</a:t>
            </a:r>
            <a:br/>
            <a:r>
              <a:t>Construction count: 2 pcs.</a:t>
            </a:r>
            <a:br/>
            <a:br/>
            <a:r>
              <a:t>Installation address: Sample District, Example Street 137A, pedestrian area</a:t>
            </a:r>
            <a:br/>
            <a:r>
              <a:t>Reporting period: 01.12.2024-31.12.2024</a:t>
            </a:r>
            <a:br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08.12.2024</a:t>
            </a:r>
            <a:br/>
            <a:r>
              <a:t>Construction 1</a:t>
            </a:r>
            <a:br/>
            <a:r>
              <a:t>Surface polishing required</a:t>
            </a:r>
          </a:p>
        </p:txBody>
      </p:sp>
      <p:pic>
        <p:nvPicPr>
          <p:cNvPr id="3" name="Picture 2" descr="2025-10-29 18.54.45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368000"/>
            <a:ext cx="47016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08.12.2024</a:t>
            </a:r>
            <a:br/>
            <a:r>
              <a:t>Construction 1</a:t>
            </a:r>
            <a:br/>
            <a:r>
              <a:t>Surface polished</a:t>
            </a:r>
          </a:p>
        </p:txBody>
      </p:sp>
      <p:pic>
        <p:nvPicPr>
          <p:cNvPr id="3" name="Picture 2" descr="2025-10-31 10.03.00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0276" y="1368000"/>
            <a:ext cx="3526200" cy="4701600"/>
          </a:xfrm>
          <a:prstGeom prst="rect">
            <a:avLst/>
          </a:prstGeom>
        </p:spPr>
      </p:pic>
      <p:pic>
        <p:nvPicPr>
          <p:cNvPr id="4" name="Picture 3" descr="2025-10-31 10.04.08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24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08.12.2024</a:t>
            </a:r>
            <a:br/>
            <a:r>
              <a:t>Construction 1</a:t>
            </a:r>
            <a:br/>
            <a:r>
              <a:t>Issue resolved</a:t>
            </a:r>
          </a:p>
        </p:txBody>
      </p:sp>
      <p:pic>
        <p:nvPicPr>
          <p:cNvPr id="3" name="Picture 2" descr="2025-10-29 18.54.16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368000"/>
            <a:ext cx="47016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08.12.2024</a:t>
            </a:r>
            <a:br/>
            <a:r>
              <a:t>Construction 2</a:t>
            </a:r>
            <a:br/>
            <a:r>
              <a:t>Surface polishing required</a:t>
            </a:r>
          </a:p>
        </p:txBody>
      </p:sp>
      <p:pic>
        <p:nvPicPr>
          <p:cNvPr id="3" name="Picture 2" descr="2025-10-29 18.56.48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368000"/>
            <a:ext cx="47016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08.12.2024</a:t>
            </a:r>
            <a:br/>
            <a:r>
              <a:t>Construction 2</a:t>
            </a:r>
            <a:br/>
            <a:r>
              <a:t>Surface polished</a:t>
            </a:r>
          </a:p>
        </p:txBody>
      </p:sp>
      <p:pic>
        <p:nvPicPr>
          <p:cNvPr id="3" name="Picture 2" descr="2025-10-31 10.11.30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976" y="1368000"/>
            <a:ext cx="3526200" cy="4701600"/>
          </a:xfrm>
          <a:prstGeom prst="rect">
            <a:avLst/>
          </a:prstGeom>
        </p:spPr>
      </p:pic>
      <p:pic>
        <p:nvPicPr>
          <p:cNvPr id="4" name="Picture 3" descr="2025-10-31 18.19.08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1176" y="1368000"/>
            <a:ext cx="62688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08.12.2024</a:t>
            </a:r>
            <a:br/>
            <a:r>
              <a:t>Construction 2</a:t>
            </a:r>
            <a:br/>
            <a:r>
              <a:t>Issue resolved</a:t>
            </a:r>
          </a:p>
        </p:txBody>
      </p:sp>
      <p:pic>
        <p:nvPicPr>
          <p:cNvPr id="3" name="Picture 2" descr="2025-10-29 18.57.42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08.12.2024</a:t>
            </a:r>
            <a:br/>
            <a:r>
              <a:t>Construction 3</a:t>
            </a:r>
            <a:br/>
            <a:r>
              <a:t>Surface polishing required</a:t>
            </a:r>
          </a:p>
        </p:txBody>
      </p:sp>
      <p:pic>
        <p:nvPicPr>
          <p:cNvPr id="3" name="Picture 2" descr="2025-10-29 19.02.43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08.12.2024</a:t>
            </a:r>
            <a:br/>
            <a:r>
              <a:t>Construction 3</a:t>
            </a:r>
            <a:br/>
            <a:r>
              <a:t>Surface polished</a:t>
            </a:r>
          </a:p>
        </p:txBody>
      </p:sp>
      <p:pic>
        <p:nvPicPr>
          <p:cNvPr id="3" name="Picture 2" descr="2025-10-31 10.04.28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976" y="1368000"/>
            <a:ext cx="6268800" cy="4701600"/>
          </a:xfrm>
          <a:prstGeom prst="rect">
            <a:avLst/>
          </a:prstGeom>
        </p:spPr>
      </p:pic>
      <p:pic>
        <p:nvPicPr>
          <p:cNvPr id="4" name="Picture 3" descr="2025-10-31 10.11.27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737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08.12.2024</a:t>
            </a:r>
            <a:br/>
            <a:r>
              <a:t>Construction 3</a:t>
            </a:r>
            <a:br/>
            <a:r>
              <a:t>Issue resolved</a:t>
            </a:r>
          </a:p>
        </p:txBody>
      </p:sp>
      <p:pic>
        <p:nvPicPr>
          <p:cNvPr id="3" name="Picture 2" descr="2025-10-29 19.02.11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368000"/>
            <a:ext cx="47016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16.12.2024</a:t>
            </a:r>
            <a:br/>
            <a:r>
              <a:t>Construction 1</a:t>
            </a:r>
            <a:br/>
            <a:r>
              <a:t>Surface polishing required</a:t>
            </a:r>
          </a:p>
        </p:txBody>
      </p:sp>
      <p:pic>
        <p:nvPicPr>
          <p:cNvPr id="3" name="Picture 2" descr="2025-10-29 18.54.23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368000"/>
            <a:ext cx="47016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16.12.2024</a:t>
            </a:r>
            <a:br/>
            <a:r>
              <a:t>Construction 1</a:t>
            </a:r>
            <a:br/>
            <a:r>
              <a:t>Surface polished</a:t>
            </a:r>
          </a:p>
        </p:txBody>
      </p:sp>
      <p:pic>
        <p:nvPicPr>
          <p:cNvPr id="3" name="Picture 2" descr="2025-10-31 10.02.47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0276" y="1368000"/>
            <a:ext cx="3526200" cy="4701600"/>
          </a:xfrm>
          <a:prstGeom prst="rect">
            <a:avLst/>
          </a:prstGeom>
        </p:spPr>
      </p:pic>
      <p:pic>
        <p:nvPicPr>
          <p:cNvPr id="4" name="Picture 3" descr="2025-10-31 10.11.19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24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16.12.2024</a:t>
            </a:r>
            <a:br/>
            <a:r>
              <a:t>Construction 1</a:t>
            </a:r>
            <a:br/>
            <a:r>
              <a:t>Issue resolved</a:t>
            </a:r>
          </a:p>
        </p:txBody>
      </p:sp>
      <p:pic>
        <p:nvPicPr>
          <p:cNvPr id="3" name="Picture 2" descr="2025-10-29 18.52.28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16.12.2024</a:t>
            </a:r>
            <a:br/>
            <a:r>
              <a:t>Construction 2</a:t>
            </a:r>
            <a:br/>
            <a:r>
              <a:t>Surface polishing required</a:t>
            </a:r>
          </a:p>
        </p:txBody>
      </p:sp>
      <p:pic>
        <p:nvPicPr>
          <p:cNvPr id="3" name="Picture 2" descr="2025-10-29 18.56.32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368000"/>
            <a:ext cx="47016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16.12.2024</a:t>
            </a:r>
            <a:br/>
            <a:r>
              <a:t>Construction 2</a:t>
            </a:r>
            <a:br/>
            <a:r>
              <a:t>Surface polished</a:t>
            </a:r>
          </a:p>
        </p:txBody>
      </p:sp>
      <p:pic>
        <p:nvPicPr>
          <p:cNvPr id="3" name="Picture 2" descr="2025-10-31 10.11.54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976" y="1368000"/>
            <a:ext cx="3526200" cy="4701600"/>
          </a:xfrm>
          <a:prstGeom prst="rect">
            <a:avLst/>
          </a:prstGeom>
        </p:spPr>
      </p:pic>
      <p:pic>
        <p:nvPicPr>
          <p:cNvPr id="4" name="Picture 3" descr="2025-10-31 18.18.55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1176" y="1368000"/>
            <a:ext cx="62688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16.12.2024</a:t>
            </a:r>
            <a:br/>
            <a:r>
              <a:t>Construction 2</a:t>
            </a:r>
            <a:br/>
            <a:r>
              <a:t>Issue resolved</a:t>
            </a:r>
          </a:p>
        </p:txBody>
      </p:sp>
      <p:pic>
        <p:nvPicPr>
          <p:cNvPr id="3" name="Picture 2" descr="2025-10-29 18.58.52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2151" y="1368000"/>
            <a:ext cx="264465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16.12.2024</a:t>
            </a:r>
            <a:br/>
            <a:r>
              <a:t>Construction 3</a:t>
            </a:r>
            <a:br/>
            <a:r>
              <a:t>Surface polishing required</a:t>
            </a:r>
          </a:p>
        </p:txBody>
      </p:sp>
      <p:pic>
        <p:nvPicPr>
          <p:cNvPr id="3" name="Picture 2" descr="2025-10-29 19.01.46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2151" y="1368000"/>
            <a:ext cx="264465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16.12.2024</a:t>
            </a:r>
            <a:br/>
            <a:r>
              <a:t>Construction 3</a:t>
            </a:r>
            <a:br/>
            <a:r>
              <a:t>Surface polished</a:t>
            </a:r>
          </a:p>
        </p:txBody>
      </p:sp>
      <p:pic>
        <p:nvPicPr>
          <p:cNvPr id="3" name="Picture 2" descr="2025-10-31 10.05.12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0076" y="1368000"/>
            <a:ext cx="62688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16.12.2024</a:t>
            </a:r>
            <a:br/>
            <a:r>
              <a:t>Construction 3</a:t>
            </a:r>
            <a:br/>
            <a:r>
              <a:t>Surface polished</a:t>
            </a:r>
          </a:p>
        </p:txBody>
      </p:sp>
      <p:pic>
        <p:nvPicPr>
          <p:cNvPr id="3" name="Picture 2" descr="2025-10-31 18.19.11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0076" y="1368000"/>
            <a:ext cx="62688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16.12.2024</a:t>
            </a:r>
            <a:br/>
            <a:r>
              <a:t>Construction 3</a:t>
            </a:r>
            <a:br/>
            <a:r>
              <a:t>Issue resolved</a:t>
            </a:r>
          </a:p>
        </p:txBody>
      </p:sp>
      <p:pic>
        <p:nvPicPr>
          <p:cNvPr id="3" name="Picture 2" descr="2025-10-29 19.01.35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2151" y="1368000"/>
            <a:ext cx="264465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24.12.2024</a:t>
            </a:r>
            <a:br/>
            <a:r>
              <a:t>Construction 1</a:t>
            </a:r>
            <a:br/>
            <a:r>
              <a:t>Surface polishing required</a:t>
            </a:r>
          </a:p>
        </p:txBody>
      </p:sp>
      <p:pic>
        <p:nvPicPr>
          <p:cNvPr id="3" name="Picture 2" descr="2025-10-29 18.53.13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24.12.2024</a:t>
            </a:r>
            <a:br/>
            <a:r>
              <a:t>Construction 1</a:t>
            </a:r>
            <a:br/>
            <a:r>
              <a:t>Surface polished</a:t>
            </a:r>
          </a:p>
        </p:txBody>
      </p:sp>
      <p:pic>
        <p:nvPicPr>
          <p:cNvPr id="3" name="Picture 2" descr="2025-10-31 10.04.44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976" y="1368000"/>
            <a:ext cx="6268800" cy="4701600"/>
          </a:xfrm>
          <a:prstGeom prst="rect">
            <a:avLst/>
          </a:prstGeom>
        </p:spPr>
      </p:pic>
      <p:pic>
        <p:nvPicPr>
          <p:cNvPr id="4" name="Picture 3" descr="2025-10-31 10.11.23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737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24.12.2024</a:t>
            </a:r>
            <a:br/>
            <a:r>
              <a:t>Construction 1</a:t>
            </a:r>
            <a:br/>
            <a:r>
              <a:t>Issue resolved</a:t>
            </a:r>
          </a:p>
        </p:txBody>
      </p:sp>
      <p:pic>
        <p:nvPicPr>
          <p:cNvPr id="3" name="Picture 2" descr="2025-10-29 18.53.47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24.12.2024</a:t>
            </a:r>
            <a:br/>
            <a:r>
              <a:t>Construction 2</a:t>
            </a:r>
            <a:br/>
            <a:r>
              <a:t>Surface polishing required</a:t>
            </a:r>
          </a:p>
        </p:txBody>
      </p:sp>
      <p:pic>
        <p:nvPicPr>
          <p:cNvPr id="3" name="Picture 2" descr="2025-10-29 18.58.59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2151" y="1368000"/>
            <a:ext cx="264465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24.12.2024</a:t>
            </a:r>
            <a:br/>
            <a:r>
              <a:t>Construction 2</a:t>
            </a:r>
            <a:br/>
            <a:r>
              <a:t>Surface polished</a:t>
            </a:r>
          </a:p>
        </p:txBody>
      </p:sp>
      <p:pic>
        <p:nvPicPr>
          <p:cNvPr id="3" name="Picture 2" descr="2025-10-31 10.03.05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976" y="1368000"/>
            <a:ext cx="3526200" cy="4701600"/>
          </a:xfrm>
          <a:prstGeom prst="rect">
            <a:avLst/>
          </a:prstGeom>
        </p:spPr>
      </p:pic>
      <p:pic>
        <p:nvPicPr>
          <p:cNvPr id="4" name="Picture 3" descr="2025-10-31 10.04.22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1176" y="1368000"/>
            <a:ext cx="62688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24.12.2024</a:t>
            </a:r>
            <a:br/>
            <a:r>
              <a:t>Construction 2</a:t>
            </a:r>
            <a:br/>
            <a:r>
              <a:t>Issue resolved</a:t>
            </a:r>
          </a:p>
        </p:txBody>
      </p:sp>
      <p:pic>
        <p:nvPicPr>
          <p:cNvPr id="3" name="Picture 2" descr="2025-10-29 18.58.48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2151" y="1368000"/>
            <a:ext cx="264465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24.12.2024</a:t>
            </a:r>
            <a:br/>
            <a:r>
              <a:t>Construction 3</a:t>
            </a:r>
            <a:br/>
            <a:r>
              <a:t>Surface polishing required</a:t>
            </a:r>
          </a:p>
        </p:txBody>
      </p:sp>
      <p:pic>
        <p:nvPicPr>
          <p:cNvPr id="3" name="Picture 2" descr="2025-10-29 19.01.55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368000"/>
            <a:ext cx="47016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24.12.2024</a:t>
            </a:r>
            <a:br/>
            <a:r>
              <a:t>Construction 3</a:t>
            </a:r>
            <a:br/>
            <a:r>
              <a:t>Surface polished</a:t>
            </a:r>
          </a:p>
        </p:txBody>
      </p:sp>
      <p:pic>
        <p:nvPicPr>
          <p:cNvPr id="3" name="Picture 2" descr="2025-10-31 10.11.36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976" y="1368000"/>
            <a:ext cx="6268800" cy="4701600"/>
          </a:xfrm>
          <a:prstGeom prst="rect">
            <a:avLst/>
          </a:prstGeom>
        </p:spPr>
      </p:pic>
      <p:pic>
        <p:nvPicPr>
          <p:cNvPr id="4" name="Picture 3" descr="2025-10-31 10.11.36_copy1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737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24.12.2024</a:t>
            </a:r>
            <a:br/>
            <a:r>
              <a:t>Construction 3</a:t>
            </a:r>
            <a:br/>
            <a:r>
              <a:t>Issue resolved</a:t>
            </a:r>
          </a:p>
        </p:txBody>
      </p:sp>
      <p:pic>
        <p:nvPicPr>
          <p:cNvPr id="3" name="Picture 2" descr="2025-10-29 19.01.47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2151" y="1368000"/>
            <a:ext cx="264465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31.12.2024</a:t>
            </a:r>
            <a:br/>
            <a:r>
              <a:t>Construction 1</a:t>
            </a:r>
            <a:br/>
            <a:r>
              <a:t>Surface polishing required</a:t>
            </a:r>
          </a:p>
        </p:txBody>
      </p:sp>
      <p:pic>
        <p:nvPicPr>
          <p:cNvPr id="3" name="Picture 2" descr="2025-10-29 18.53.36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0076" y="1368000"/>
            <a:ext cx="62688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31.12.2024</a:t>
            </a:r>
            <a:br/>
            <a:r>
              <a:t>Construction 1</a:t>
            </a:r>
            <a:br/>
            <a:r>
              <a:t>Surface polished</a:t>
            </a:r>
          </a:p>
        </p:txBody>
      </p:sp>
      <p:pic>
        <p:nvPicPr>
          <p:cNvPr id="3" name="Picture 2" descr="2025-10-31 10.03.54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0276" y="1368000"/>
            <a:ext cx="3526200" cy="4701600"/>
          </a:xfrm>
          <a:prstGeom prst="rect">
            <a:avLst/>
          </a:prstGeom>
        </p:spPr>
      </p:pic>
      <p:pic>
        <p:nvPicPr>
          <p:cNvPr id="4" name="Picture 3" descr="2025-10-31 10.11.41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24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31.12.2024</a:t>
            </a:r>
            <a:br/>
            <a:r>
              <a:t>Construction 1</a:t>
            </a:r>
            <a:br/>
            <a:r>
              <a:t>Issue resolved</a:t>
            </a:r>
          </a:p>
        </p:txBody>
      </p:sp>
      <p:pic>
        <p:nvPicPr>
          <p:cNvPr id="3" name="Picture 2" descr="2025-10-29 18.54.05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368000"/>
            <a:ext cx="47016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31.12.2024</a:t>
            </a:r>
            <a:br/>
            <a:r>
              <a:t>Construction 2</a:t>
            </a:r>
            <a:br/>
            <a:r>
              <a:t>Surface polishing required</a:t>
            </a:r>
          </a:p>
        </p:txBody>
      </p:sp>
      <p:pic>
        <p:nvPicPr>
          <p:cNvPr id="3" name="Picture 2" descr="2025-10-29 18.56.19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368000"/>
            <a:ext cx="47016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31.12.2024</a:t>
            </a:r>
            <a:br/>
            <a:r>
              <a:t>Construction 2</a:t>
            </a:r>
            <a:br/>
            <a:r>
              <a:t>Surface polished</a:t>
            </a:r>
          </a:p>
        </p:txBody>
      </p:sp>
      <p:pic>
        <p:nvPicPr>
          <p:cNvPr id="3" name="Picture 2" descr="2025-10-31 10.11.04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0276" y="1368000"/>
            <a:ext cx="3526200" cy="4701600"/>
          </a:xfrm>
          <a:prstGeom prst="rect">
            <a:avLst/>
          </a:prstGeom>
        </p:spPr>
      </p:pic>
      <p:pic>
        <p:nvPicPr>
          <p:cNvPr id="4" name="Picture 3" descr="2025-10-31 10.11.18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24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31.12.2024</a:t>
            </a:r>
            <a:br/>
            <a:r>
              <a:t>Construction 2</a:t>
            </a:r>
            <a:br/>
            <a:r>
              <a:t>Issue resolved</a:t>
            </a:r>
          </a:p>
        </p:txBody>
      </p:sp>
      <p:pic>
        <p:nvPicPr>
          <p:cNvPr id="3" name="Picture 2" descr="2025-10-29 18.56.02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368000"/>
            <a:ext cx="47016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31.12.2024</a:t>
            </a:r>
            <a:br/>
            <a:r>
              <a:t>Construction 3</a:t>
            </a:r>
            <a:br/>
            <a:r>
              <a:t>Surface polishing required</a:t>
            </a:r>
          </a:p>
        </p:txBody>
      </p:sp>
      <p:pic>
        <p:nvPicPr>
          <p:cNvPr id="3" name="Picture 2" descr="2025-10-29 19.02.49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31.12.2024</a:t>
            </a:r>
            <a:br/>
            <a:r>
              <a:t>Construction 3</a:t>
            </a:r>
            <a:br/>
            <a:r>
              <a:t>Surface polished</a:t>
            </a:r>
          </a:p>
        </p:txBody>
      </p:sp>
      <p:pic>
        <p:nvPicPr>
          <p:cNvPr id="3" name="Picture 2" descr="2025-10-31 10.02.45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0276" y="1368000"/>
            <a:ext cx="3526200" cy="4701600"/>
          </a:xfrm>
          <a:prstGeom prst="rect">
            <a:avLst/>
          </a:prstGeom>
        </p:spPr>
      </p:pic>
      <p:pic>
        <p:nvPicPr>
          <p:cNvPr id="4" name="Picture 3" descr="2025-10-31 10.03.47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24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31.12.2024</a:t>
            </a:r>
            <a:br/>
            <a:r>
              <a:t>Construction 3</a:t>
            </a:r>
            <a:br/>
            <a:r>
              <a:t>Issue resolved</a:t>
            </a:r>
          </a:p>
        </p:txBody>
      </p:sp>
      <p:pic>
        <p:nvPicPr>
          <p:cNvPr id="3" name="Picture 2" descr="2025-10-29 19.02.58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320</Words>
  <Application>Microsoft Office PowerPoint</Application>
  <PresentationFormat>Custom</PresentationFormat>
  <Paragraphs>38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Алёна Яшкина</cp:lastModifiedBy>
  <cp:revision>2</cp:revision>
  <dcterms:created xsi:type="dcterms:W3CDTF">2013-01-27T09:14:16Z</dcterms:created>
  <dcterms:modified xsi:type="dcterms:W3CDTF">2025-11-05T07:28:11Z</dcterms:modified>
  <cp:category/>
</cp:coreProperties>
</file>