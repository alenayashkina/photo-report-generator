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latin typeface="Times New Roman"/>
              </a:defRPr>
            </a:pPr>
            <a:r>
              <a:t>Deep Inspection</a:t>
            </a:r>
            <a:br/>
            <a:r>
              <a:t>Contractor: Example Contractor</a:t>
            </a:r>
            <a:br/>
            <a:r>
              <a:t>Client: Example Client</a:t>
            </a:r>
            <a:br/>
            <a:r>
              <a:t>Agreement #111-11-11 dated 01.11.2024</a:t>
            </a:r>
            <a:br/>
            <a:r>
              <a:t>Structure type F6</a:t>
            </a:r>
            <a:br/>
            <a:r>
              <a:t>Construction count: 2 pcs.</a:t>
            </a:r>
            <a:br/>
            <a:br/>
            <a:r>
              <a:t>Installation address: Sample District, Example Street 137A, pedestrian area</a:t>
            </a:r>
            <a:br/>
            <a:r>
              <a:t>Reporting period: 01.12.2024-31.12.2024</a:t>
            </a:r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03.12.2024</a:t>
            </a:r>
            <a:br/>
            <a:r>
              <a:t>Construction 3</a:t>
            </a:r>
            <a:br/>
            <a:r>
              <a:t>Deep inspection required</a:t>
            </a:r>
          </a:p>
        </p:txBody>
      </p:sp>
      <p:pic>
        <p:nvPicPr>
          <p:cNvPr id="3" name="Picture 2" descr="2025-10-29 19.02.17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313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03.12.2024</a:t>
            </a:r>
            <a:br/>
            <a:r>
              <a:t>Construction 3</a:t>
            </a:r>
            <a:br/>
            <a:r>
              <a:t>Electrical components replaced</a:t>
            </a:r>
          </a:p>
        </p:txBody>
      </p:sp>
      <p:pic>
        <p:nvPicPr>
          <p:cNvPr id="3" name="Picture 2" descr="2025-10-31 10.11.3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9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8.18.52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11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03.12.2024</a:t>
            </a:r>
            <a:br/>
            <a:r>
              <a:t>Construction 3</a:t>
            </a:r>
            <a:br/>
            <a:r>
              <a:t>Issue resolved</a:t>
            </a:r>
          </a:p>
        </p:txBody>
      </p:sp>
      <p:pic>
        <p:nvPicPr>
          <p:cNvPr id="3" name="Picture 2" descr="2025-10-29 19.01.30-1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2151" y="1368000"/>
            <a:ext cx="264465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11.12.2024</a:t>
            </a:r>
            <a:br/>
            <a:r>
              <a:t>Construction 2</a:t>
            </a:r>
            <a:br/>
            <a:r>
              <a:t>Deep inspection required</a:t>
            </a:r>
          </a:p>
        </p:txBody>
      </p:sp>
      <p:pic>
        <p:nvPicPr>
          <p:cNvPr id="3" name="Picture 2" descr="2025-10-29 18.57.05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11.12.2024</a:t>
            </a:r>
            <a:br/>
            <a:r>
              <a:t>Construction 2</a:t>
            </a:r>
            <a:br/>
            <a:r>
              <a:t>Electrical components replaced</a:t>
            </a:r>
          </a:p>
        </p:txBody>
      </p:sp>
      <p:pic>
        <p:nvPicPr>
          <p:cNvPr id="3" name="Picture 2" descr="2025-10-31 10.04.30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11.12.2024</a:t>
            </a:r>
            <a:br/>
            <a:r>
              <a:t>Construction 2</a:t>
            </a:r>
            <a:br/>
            <a:r>
              <a:t>Electrical components replaced</a:t>
            </a:r>
          </a:p>
        </p:txBody>
      </p:sp>
      <p:pic>
        <p:nvPicPr>
          <p:cNvPr id="3" name="Picture 2" descr="2025-10-31 10.04.38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60076" y="1368000"/>
            <a:ext cx="62688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11.12.2024</a:t>
            </a:r>
            <a:br/>
            <a:r>
              <a:t>Construction 2</a:t>
            </a:r>
            <a:br/>
            <a:r>
              <a:t>Issue resolved</a:t>
            </a:r>
          </a:p>
        </p:txBody>
      </p:sp>
      <p:pic>
        <p:nvPicPr>
          <p:cNvPr id="3" name="Picture 2" descr="2025-10-29 18.56.43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29.12.2024</a:t>
            </a:r>
            <a:br/>
            <a:r>
              <a:t>Construction 1</a:t>
            </a:r>
            <a:br/>
            <a:r>
              <a:t>Deep inspection required</a:t>
            </a:r>
          </a:p>
        </p:txBody>
      </p:sp>
      <p:pic>
        <p:nvPicPr>
          <p:cNvPr id="3" name="Picture 2" descr="2025-10-29 18.54.40_filtered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>
                <a:latin typeface="Times New Roman"/>
              </a:defRPr>
            </a:pPr>
            <a:r>
              <a:t>29.12.2024</a:t>
            </a:r>
            <a:br/>
            <a:r>
              <a:t>Construction 1</a:t>
            </a:r>
            <a:br/>
            <a:r>
              <a:t>Electrical components replaced</a:t>
            </a:r>
          </a:p>
        </p:txBody>
      </p:sp>
      <p:pic>
        <p:nvPicPr>
          <p:cNvPr id="3" name="Picture 2" descr="2025-10-31 10.03.27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0276" y="1368000"/>
            <a:ext cx="3526200" cy="4701600"/>
          </a:xfrm>
          <a:prstGeom prst="rect">
            <a:avLst/>
          </a:prstGeom>
        </p:spPr>
      </p:pic>
      <p:pic>
        <p:nvPicPr>
          <p:cNvPr id="4" name="Picture 3" descr="2025-10-31 10.11.13_stamped.jp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2476" y="1368000"/>
            <a:ext cx="3526200" cy="4701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468001"/>
            <a:ext cx="11468952" cy="719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>
                <a:latin typeface="Times New Roman"/>
              </a:defRPr>
            </a:pPr>
            <a:r>
              <a:t>29.12.2024</a:t>
            </a:r>
            <a:br/>
            <a:r>
              <a:t>Construction 1</a:t>
            </a:r>
            <a:br/>
            <a:r>
              <a:t>Issue resolved</a:t>
            </a:r>
          </a:p>
        </p:txBody>
      </p:sp>
      <p:pic>
        <p:nvPicPr>
          <p:cNvPr id="3" name="Picture 2" descr="2025-10-29 18.54.30_stamped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43676" y="1368000"/>
            <a:ext cx="4701600" cy="470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</Words>
  <Application>Microsoft Office PowerPoint</Application>
  <PresentationFormat>Custom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Алёна Яшкина</cp:lastModifiedBy>
  <cp:revision>2</cp:revision>
  <dcterms:created xsi:type="dcterms:W3CDTF">2013-01-27T09:14:16Z</dcterms:created>
  <dcterms:modified xsi:type="dcterms:W3CDTF">2025-11-05T07:27:54Z</dcterms:modified>
  <cp:category/>
</cp:coreProperties>
</file>