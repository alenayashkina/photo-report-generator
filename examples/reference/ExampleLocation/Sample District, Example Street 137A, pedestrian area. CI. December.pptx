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2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1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Control Inspection</a:t>
            </a:r>
            <a:br/>
            <a:r>
              <a:t>Contractor: Example Contractor</a:t>
            </a:r>
            <a:br/>
            <a:r>
              <a:t>Client: Example Client</a:t>
            </a:r>
            <a:br/>
            <a:r>
              <a:t>Agreement #111-11-11 dated 01.11.2024</a:t>
            </a:r>
            <a:br/>
            <a:r>
              <a:t>Structure type F6</a:t>
            </a:r>
            <a:br/>
            <a:r>
              <a:t>Construction count: 2 pcs.</a:t>
            </a:r>
            <a:br/>
            <a:br/>
            <a:r>
              <a:t>Installation address: Sample District, Example Street 137A, pedestrian area</a:t>
            </a:r>
            <a:br/>
            <a:r>
              <a:t>Reporting period: 01.12.2024-31.12.2024</a:t>
            </a:r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2.20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01.12.2024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6.36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87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5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01.12.2024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2.04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01.12.2024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2.24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02.12.2024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6.33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87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5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02.12.2024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2.31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02.12.2024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1.50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1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0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03.12.2024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8.08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03.12.2024</a:t>
            </a:r>
            <a:br/>
            <a:r>
              <a:t>Construction 2</a:t>
            </a:r>
          </a:p>
        </p:txBody>
      </p:sp>
      <p:pic>
        <p:nvPicPr>
          <p:cNvPr id="6" name="Picture 5" descr="2025-10-29 19.02.17_filtered_stamped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1576" y="1440000"/>
            <a:ext cx="3526200" cy="470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80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03.12.2024</a:t>
            </a:r>
            <a:br/>
            <a:r>
              <a:t>Construction 3</a:t>
            </a:r>
            <a:br/>
            <a:r>
              <a:t>Deep inspection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3.11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04.12.2024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6.29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87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5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04.12.2024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2.3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04.12.2024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33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02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182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05.12.2024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8.49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0626" y="1440000"/>
            <a:ext cx="264465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5895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05.12.2024</a:t>
            </a:r>
            <a:br/>
            <a:r>
              <a:t>Construction 2</a:t>
            </a:r>
          </a:p>
        </p:txBody>
      </p:sp>
      <p:pic>
        <p:nvPicPr>
          <p:cNvPr id="6" name="Picture 5" descr="2025-10-29 19.01.25_filtered_stamped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9276" y="1440000"/>
            <a:ext cx="2644650" cy="470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760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05.12.2024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50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53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06.12.2024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8.03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4176" y="1440000"/>
            <a:ext cx="35262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06.12.2024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1.27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440000"/>
            <a:ext cx="264465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06.12.2024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3.2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440000"/>
            <a:ext cx="62688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60076" y="540001"/>
            <a:ext cx="6268800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07.12.2024</a:t>
            </a:r>
            <a:br/>
            <a:r>
              <a:t>Construction 1</a:t>
            </a:r>
            <a:br/>
            <a:r>
              <a:t>Snow removal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8.28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7051" y="1440000"/>
            <a:ext cx="264465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53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07.12.2024</a:t>
            </a:r>
            <a:br/>
            <a:r>
              <a:t>Construction 2</a:t>
            </a:r>
            <a:br/>
            <a:r>
              <a:t>Snow removal required</a:t>
            </a:r>
          </a:p>
        </p:txBody>
      </p:sp>
      <p:pic>
        <p:nvPicPr>
          <p:cNvPr id="4" name="Picture 3" descr="2025-10-29 19.03.05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5701" y="1440000"/>
            <a:ext cx="35262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480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07.12.2024</a:t>
            </a:r>
            <a:br/>
            <a:r>
              <a:t>Construction 3</a:t>
            </a:r>
            <a:br/>
            <a:r>
              <a:t>Snow removal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45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8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08.12.2024</a:t>
            </a:r>
            <a:br/>
            <a:r>
              <a:t>Construction 1</a:t>
            </a:r>
            <a:br/>
            <a:r>
              <a:t>Surface polishing required</a:t>
            </a:r>
          </a:p>
        </p:txBody>
      </p:sp>
      <p:pic>
        <p:nvPicPr>
          <p:cNvPr id="4" name="Picture 3" descr="2025-10-29 18.56.48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64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08.12.2024</a:t>
            </a:r>
            <a:br/>
            <a:r>
              <a:t>Construction 2</a:t>
            </a:r>
            <a:br/>
            <a:r>
              <a:t>Surface polishing required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2.43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08.12.2024</a:t>
            </a:r>
            <a:br/>
            <a:r>
              <a:t>Construction 3</a:t>
            </a:r>
            <a:br/>
            <a:r>
              <a:t>Surface polishing required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2.44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272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182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09.12.2024</a:t>
            </a:r>
            <a:br/>
            <a:r>
              <a:t>Construction 1</a:t>
            </a:r>
            <a:br/>
            <a:r>
              <a:t>Snow removal required</a:t>
            </a:r>
          </a:p>
        </p:txBody>
      </p:sp>
      <p:pic>
        <p:nvPicPr>
          <p:cNvPr id="4" name="Picture 3" descr="2025-10-29 18.58.53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2926" y="1440000"/>
            <a:ext cx="264465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7125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09.12.2024</a:t>
            </a:r>
            <a:br/>
            <a:r>
              <a:t>Construction 2</a:t>
            </a:r>
            <a:br/>
            <a:r>
              <a:t>Snow removal required</a:t>
            </a:r>
          </a:p>
        </p:txBody>
      </p:sp>
      <p:pic>
        <p:nvPicPr>
          <p:cNvPr id="6" name="Picture 5" descr="2025-10-29 19.01.30_filtered_stamped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1576" y="1440000"/>
            <a:ext cx="2644650" cy="470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3990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09.12.2024</a:t>
            </a:r>
            <a:br/>
            <a:r>
              <a:t>Construction 3</a:t>
            </a:r>
            <a:br/>
            <a:r>
              <a:t>Snow removal required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2.3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62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53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10.12.2024</a:t>
            </a:r>
            <a:br/>
            <a:r>
              <a:t>Construction 1</a:t>
            </a:r>
            <a:br/>
            <a:r>
              <a:t>Partical repair required</a:t>
            </a:r>
          </a:p>
        </p:txBody>
      </p:sp>
      <p:pic>
        <p:nvPicPr>
          <p:cNvPr id="4" name="Picture 3" descr="2025-10-29 18.58.04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6476" y="1440000"/>
            <a:ext cx="35262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5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10.12.2024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1.52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10.12.2024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3.40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11.12.2024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7.05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87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5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11.12.2024</a:t>
            </a:r>
            <a:br/>
            <a:r>
              <a:t>Construction 2</a:t>
            </a:r>
            <a:br/>
            <a:r>
              <a:t>Deep inspection required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2.3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11.12.2024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2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8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13.12.2024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6.47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64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13.12.2024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2.22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13.12.2024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2.30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14.12.2024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6.44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87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5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14.12.2024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2.34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14.12.2024</a:t>
            </a:r>
            <a:br/>
            <a:r>
              <a:t>Construction 3</a:t>
            </a:r>
            <a:br/>
            <a:r>
              <a:t>Partical repair required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01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9351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4615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15.12.2024</a:t>
            </a:r>
            <a:br/>
            <a:r>
              <a:t>Construction 1</a:t>
            </a:r>
            <a:br/>
            <a:r>
              <a:t>Snow removal required</a:t>
            </a:r>
          </a:p>
        </p:txBody>
      </p:sp>
      <p:pic>
        <p:nvPicPr>
          <p:cNvPr id="4" name="Picture 3" descr="2025-10-29 18.58.56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4951" y="1440000"/>
            <a:ext cx="264465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15.12.2024</a:t>
            </a:r>
            <a:br/>
            <a:r>
              <a:t>Construction 2</a:t>
            </a:r>
            <a:br/>
            <a:r>
              <a:t>Snow removal required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1.57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15.12.2024</a:t>
            </a:r>
            <a:br/>
            <a:r>
              <a:t>Construction 3</a:t>
            </a:r>
            <a:br/>
            <a:r>
              <a:t>Snow removal required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23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8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16.12.2024</a:t>
            </a:r>
            <a:br/>
            <a:r>
              <a:t>Construction 1</a:t>
            </a:r>
            <a:br/>
            <a:r>
              <a:t>Surface polishing required</a:t>
            </a:r>
          </a:p>
        </p:txBody>
      </p:sp>
      <p:pic>
        <p:nvPicPr>
          <p:cNvPr id="4" name="Picture 3" descr="2025-10-29 18.56.32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64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16.12.2024</a:t>
            </a:r>
            <a:br/>
            <a:r>
              <a:t>Construction 2</a:t>
            </a:r>
            <a:br/>
            <a:r>
              <a:t>Surface polishing required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1.4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440000"/>
            <a:ext cx="264465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16.12.2024</a:t>
            </a:r>
            <a:br/>
            <a:r>
              <a:t>Construction 3</a:t>
            </a:r>
            <a:br/>
            <a:r>
              <a:t>Surface polishing required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2.41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62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53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17.12.2024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7.36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6476" y="1440000"/>
            <a:ext cx="35262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5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17.12.2024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2.07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17.12.2024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2.25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62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53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18.12.2024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7.35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6476" y="1440000"/>
            <a:ext cx="35262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5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18.12.2024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1.5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18.12.2024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44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53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19.12.2024</a:t>
            </a:r>
            <a:br/>
            <a:r>
              <a:t>Construction 1</a:t>
            </a:r>
            <a:br/>
            <a:r>
              <a:t>Snow removal required</a:t>
            </a:r>
          </a:p>
        </p:txBody>
      </p:sp>
      <p:pic>
        <p:nvPicPr>
          <p:cNvPr id="4" name="Picture 3" descr="2025-10-29 18.57.59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4176" y="1440000"/>
            <a:ext cx="35262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19.12.2024</a:t>
            </a:r>
            <a:br/>
            <a:r>
              <a:t>Construction 2</a:t>
            </a:r>
            <a:br/>
            <a:r>
              <a:t>Snow removal required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3.06-1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19.12.2024</a:t>
            </a:r>
            <a:br/>
            <a:r>
              <a:t>Construction 3</a:t>
            </a:r>
            <a:br/>
            <a:r>
              <a:t>Snow removal required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2.5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20.12.2024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6.51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87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5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20.12.2024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3.0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20.12.2024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47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9351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4615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21.12.2024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8.45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4951" y="1440000"/>
            <a:ext cx="264465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21.12.2024</a:t>
            </a:r>
            <a:br/>
            <a:r>
              <a:t>Construction 2</a:t>
            </a:r>
            <a:br/>
            <a:r>
              <a:t>Partical repair required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1.5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21.12.2024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2.18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951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105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22.12.2024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8.32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440000"/>
            <a:ext cx="264465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22.12.2024</a:t>
            </a:r>
            <a:br/>
            <a:r>
              <a:t>Construction 2</a:t>
            </a:r>
          </a:p>
        </p:txBody>
      </p:sp>
      <p:pic>
        <p:nvPicPr>
          <p:cNvPr id="6" name="Picture 5" descr="2025-10-29 19.02.23_filtered_stamped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0801" y="1440000"/>
            <a:ext cx="3526200" cy="470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3990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22.12.2024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4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8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23.12.2024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7.13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64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23.12.2024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2.55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23.12.2024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3.13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7051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4615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24.12.2024</a:t>
            </a:r>
            <a:br/>
            <a:r>
              <a:t>Construction 1</a:t>
            </a:r>
            <a:br/>
            <a:r>
              <a:t>Surface polishing required</a:t>
            </a:r>
          </a:p>
        </p:txBody>
      </p:sp>
      <p:pic>
        <p:nvPicPr>
          <p:cNvPr id="4" name="Picture 3" descr="2025-10-29 18.58.59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7251" y="1440000"/>
            <a:ext cx="264465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5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24.12.2024</a:t>
            </a:r>
            <a:br/>
            <a:r>
              <a:t>Construction 2</a:t>
            </a:r>
            <a:br/>
            <a:r>
              <a:t>Surface polishing required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1.55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24.12.2024</a:t>
            </a:r>
            <a:br/>
            <a:r>
              <a:t>Construction 3</a:t>
            </a:r>
            <a:br/>
            <a:r>
              <a:t>Surface polishing required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1.57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272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182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25.12.2024</a:t>
            </a:r>
            <a:br/>
            <a:r>
              <a:t>Construction 1</a:t>
            </a:r>
            <a:br/>
            <a:r>
              <a:t>Snow removal required</a:t>
            </a:r>
          </a:p>
        </p:txBody>
      </p:sp>
      <p:pic>
        <p:nvPicPr>
          <p:cNvPr id="4" name="Picture 3" descr="2025-10-29 18.58.25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2926" y="1440000"/>
            <a:ext cx="264465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7125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25.12.2024</a:t>
            </a:r>
            <a:br/>
            <a:r>
              <a:t>Construction 2</a:t>
            </a:r>
            <a:br/>
            <a:r>
              <a:t>Snow removal required</a:t>
            </a:r>
          </a:p>
        </p:txBody>
      </p:sp>
      <p:pic>
        <p:nvPicPr>
          <p:cNvPr id="6" name="Picture 5" descr="2025-10-29 19.01.35-1_filtered_stamped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1576" y="1440000"/>
            <a:ext cx="2644650" cy="470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3990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25.12.2024</a:t>
            </a:r>
            <a:br/>
            <a:r>
              <a:t>Construction 3</a:t>
            </a:r>
            <a:br/>
            <a:r>
              <a:t>Snow removal required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24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53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26.12.2024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8.07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4176" y="1440000"/>
            <a:ext cx="35262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26.12.2024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2.50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26.12.2024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41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53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27.12.2024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7.38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4176" y="1440000"/>
            <a:ext cx="35262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27.12.2024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3.0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27.12.2024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2.1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951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105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28.12.2024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9.01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440000"/>
            <a:ext cx="264465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28.12.2024</a:t>
            </a:r>
            <a:br/>
            <a:r>
              <a:t>Construction 2</a:t>
            </a:r>
          </a:p>
        </p:txBody>
      </p:sp>
      <p:pic>
        <p:nvPicPr>
          <p:cNvPr id="6" name="Picture 5" descr="2025-10-29 19.02.56_filtered_stamped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0801" y="1440000"/>
            <a:ext cx="3526200" cy="470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39901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28.12.2024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4.40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8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29.12.2024</a:t>
            </a:r>
            <a:br/>
            <a:r>
              <a:t>Construction 1</a:t>
            </a:r>
            <a:br/>
            <a:r>
              <a:t>Deep inspection required</a:t>
            </a:r>
          </a:p>
        </p:txBody>
      </p:sp>
      <p:pic>
        <p:nvPicPr>
          <p:cNvPr id="4" name="Picture 3" descr="2025-10-29 18.56.13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64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29.12.2024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1.38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440000"/>
            <a:ext cx="264465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29.12.2024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2.07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76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30.12.2024</a:t>
            </a:r>
            <a:br/>
            <a:r>
              <a:t>Construction 1</a:t>
            </a:r>
          </a:p>
        </p:txBody>
      </p:sp>
      <p:pic>
        <p:nvPicPr>
          <p:cNvPr id="4" name="Picture 3" descr="2025-10-29 18.56.05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8776" y="1440000"/>
            <a:ext cx="47016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5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30.12.2024</a:t>
            </a:r>
            <a:br/>
            <a:r>
              <a:t>Construction 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9.02.45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440000"/>
            <a:ext cx="35262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4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30.12.2024</a:t>
            </a:r>
            <a:br/>
            <a:r>
              <a:t>Construction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3.3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440000"/>
            <a:ext cx="62688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60076" y="540001"/>
            <a:ext cx="6268800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31.12.2024</a:t>
            </a:r>
            <a:br/>
            <a:r>
              <a:t>Construction 1</a:t>
            </a:r>
            <a:br/>
            <a:r>
              <a:t>Surface polishing required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10-29 18.56.1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8576" y="1440000"/>
            <a:ext cx="4701600" cy="470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53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31.12.2024</a:t>
            </a:r>
            <a:br/>
            <a:r>
              <a:t>Construction 2</a:t>
            </a:r>
            <a:br/>
            <a:r>
              <a:t>Surface polishing required</a:t>
            </a:r>
          </a:p>
        </p:txBody>
      </p:sp>
      <p:pic>
        <p:nvPicPr>
          <p:cNvPr id="4" name="Picture 3" descr="2025-10-29 19.02.49_filtered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4176" y="1440000"/>
            <a:ext cx="3526200" cy="470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3276" y="540000"/>
            <a:ext cx="352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31.12.2024</a:t>
            </a:r>
            <a:br/>
            <a:r>
              <a:t>Construction 3</a:t>
            </a:r>
            <a:br/>
            <a:r>
              <a:t>Surface polishing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541</Words>
  <Application>Microsoft Office PowerPoint</Application>
  <PresentationFormat>Custom</PresentationFormat>
  <Paragraphs>91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Алёна Яшкина</cp:lastModifiedBy>
  <cp:revision>2</cp:revision>
  <dcterms:created xsi:type="dcterms:W3CDTF">2013-01-27T09:14:16Z</dcterms:created>
  <dcterms:modified xsi:type="dcterms:W3CDTF">2025-11-05T07:27:34Z</dcterms:modified>
  <cp:category/>
</cp:coreProperties>
</file>